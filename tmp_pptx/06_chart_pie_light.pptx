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06573"/>
              </a:solidFill>
            </c:spPr>
          </c:dPt>
          <c:dPt>
            <c:idx val="1"/>
            <c:spPr>
              <a:solidFill>
                <a:srgbClr val="618D9E"/>
              </a:solidFill>
            </c:spPr>
          </c:dPt>
          <c:dPt>
            <c:idx val="2"/>
            <c:spPr>
              <a:solidFill>
                <a:srgbClr val="2B4954"/>
              </a:solidFill>
            </c:spPr>
          </c:dPt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45.0</c:v>
                </c:pt>
                <c:pt idx="1">
                  <c:v>30.0</c:v>
                </c:pt>
                <c:pt idx="2">
                  <c:v>25.0</c:v>
                </c:pt>
              </c:numCache>
            </c:numRef>
          </c:val>
        </c:ser>
      </c:pieChart>
      <c:spPr>
        <a:noFill/>
      </c:spPr>
    </c:plotArea>
    <c:legend>
      <c:legendPos val="tr"/>
      <c:overlay val="0"/>
      <c:txPr>
        <a:bodyPr/>
        <a:lstStyle/>
        <a:p>
          <a:r>
            <a:rPr sz="900">
              <a:solidFill>
                <a:srgbClr val="737373"/>
              </a:solidFill>
            </a:rPr>
          </a: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Inter"/>
              </a:rPr>
              <a:t>Sentiment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828800" y="137160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Oval 5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557581"/>
          </a:solidFill>
          <a:ln>
            <a:solidFill>
              <a:srgbClr val="557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618D9E"/>
          </a:solidFill>
          <a:ln>
            <a:solidFill>
              <a:srgbClr val="618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8DA6AF"/>
          </a:solidFill>
          <a:ln>
            <a:solidFill>
              <a:srgbClr val="8DA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4A7C8F"/>
          </a:solidFill>
          <a:ln>
            <a:solidFill>
              <a:srgbClr val="4A7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25252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