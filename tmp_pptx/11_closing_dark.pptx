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EDEDED"/>
                </a:solidFill>
                <a:latin typeface="Inter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D3EE"/>
                </a:solidFill>
                <a:latin typeface="Inter"/>
              </a:rPr>
              <a:t>Lean into political satire for reach — invest in community management to contain the fallout.</a:t>
            </a:r>
          </a:p>
        </p:txBody>
      </p:sp>
      <p:sp>
        <p:nvSpPr>
          <p:cNvPr id="6" name="Oval 5"/>
          <p:cNvSpPr/>
          <p:nvPr/>
        </p:nvSpPr>
        <p:spPr>
          <a:xfrm>
            <a:off x="5143500" y="6135624"/>
            <a:ext cx="256032" cy="25603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71664" y="6163788"/>
            <a:ext cx="199704" cy="19970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9828" y="6191952"/>
            <a:ext cx="143376" cy="143376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5271516" y="6259068"/>
            <a:ext cx="72416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5271516" y="6259068"/>
            <a:ext cx="80963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5271516" y="6259068"/>
            <a:ext cx="72416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2722" y="6182434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18325" y="625924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0310" y="6284846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1516" y="6203640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4396" y="6126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