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Inter"/>
              </a:rPr>
              <a:t>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22D3EE"/>
                </a:solidFill>
                <a:latin typeface="Inter"/>
              </a:rPr>
              <a:t>Subtitle ·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1512" y="6473952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A0A0A"/>
                </a:solidFill>
                <a:latin typeface="Inter"/>
              </a:rPr>
              <a:t>Section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1512" y="6473952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0A0A0A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nter"/>
              </a:rPr>
              <a:t>Slide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87552"/>
            <a:ext cx="10515600" cy="16459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1">
                <a:solidFill>
                  <a:srgbClr val="22D3EE"/>
                </a:solidFill>
              </a:rPr>
              <a:t>▸  </a:t>
            </a:r>
            <a:r>
              <a:rPr sz="1500">
                <a:solidFill>
                  <a:srgbClr val="EDEDED"/>
                </a:solidFill>
              </a:rPr>
              <a:t>Key point with supporting detail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2D3EE"/>
                </a:solidFill>
              </a:rPr>
              <a:t>▸  </a:t>
            </a:r>
            <a:r>
              <a:rPr sz="1500">
                <a:solidFill>
                  <a:srgbClr val="EDEDED"/>
                </a:solidFill>
              </a:rPr>
              <a:t>Another insight from the data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2D3EE"/>
                </a:solidFill>
              </a:rPr>
              <a:t>▸  </a:t>
            </a:r>
            <a:r>
              <a:rPr sz="1500">
                <a:solidFill>
                  <a:srgbClr val="EDEDED"/>
                </a:solidFill>
              </a:rPr>
              <a:t>Final 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6473952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nter"/>
              </a:rPr>
              <a:t>Key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87552"/>
            <a:ext cx="10515600" cy="16459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325880"/>
            <a:ext cx="2377440" cy="2011680"/>
          </a:xfrm>
          <a:prstGeom prst="rect">
            <a:avLst/>
          </a:prstGeom>
          <a:solidFill>
            <a:srgbClr val="171717"/>
          </a:solidFill>
          <a:ln w="952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325880"/>
            <a:ext cx="237744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554480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D3EE"/>
                </a:solidFill>
                <a:latin typeface="Inter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1A1A1"/>
                </a:solidFill>
                <a:latin typeface="Inter"/>
              </a:rPr>
              <a:t>Label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325880"/>
            <a:ext cx="2377440" cy="2011680"/>
          </a:xfrm>
          <a:prstGeom prst="rect">
            <a:avLst/>
          </a:prstGeom>
          <a:solidFill>
            <a:srgbClr val="171717"/>
          </a:solidFill>
          <a:ln w="952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325880"/>
            <a:ext cx="237744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1554480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D3EE"/>
                </a:solidFill>
                <a:latin typeface="Inter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606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1A1A1"/>
                </a:solidFill>
                <a:latin typeface="Inter"/>
              </a:rPr>
              <a:t>Label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325880"/>
            <a:ext cx="2377440" cy="2011680"/>
          </a:xfrm>
          <a:prstGeom prst="rect">
            <a:avLst/>
          </a:prstGeom>
          <a:solidFill>
            <a:srgbClr val="171717"/>
          </a:solidFill>
          <a:ln w="952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1325880"/>
            <a:ext cx="237744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16168" y="1554480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D3EE"/>
                </a:solidFill>
                <a:latin typeface="Inter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606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1A1A1"/>
                </a:solidFill>
                <a:latin typeface="Inter"/>
              </a:rPr>
              <a:t>Label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325880"/>
            <a:ext cx="2377440" cy="2011680"/>
          </a:xfrm>
          <a:prstGeom prst="rect">
            <a:avLst/>
          </a:prstGeom>
          <a:solidFill>
            <a:srgbClr val="171717"/>
          </a:solidFill>
          <a:ln w="952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325880"/>
            <a:ext cx="237744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554480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D3EE"/>
                </a:solidFill>
                <a:latin typeface="Inter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606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1A1A1"/>
                </a:solidFill>
                <a:latin typeface="Inter"/>
              </a:rPr>
              <a:t>Label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1512" y="6473952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nter"/>
              </a:rPr>
              <a:t>Chart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87552"/>
            <a:ext cx="10515600" cy="16459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188720"/>
            <a:ext cx="10515600" cy="5212080"/>
          </a:xfrm>
          <a:prstGeom prst="rect">
            <a:avLst/>
          </a:prstGeom>
          <a:solidFill>
            <a:srgbClr val="171717"/>
          </a:solidFill>
          <a:ln w="952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6473952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nter"/>
              </a:rPr>
              <a:t>Table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87552"/>
            <a:ext cx="10515600" cy="16459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11512" y="6473952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nter"/>
              </a:rPr>
              <a:t>Key Finding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87552"/>
            <a:ext cx="10515600" cy="16459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10515600" cy="4754880"/>
          </a:xfrm>
          <a:prstGeom prst="rect">
            <a:avLst/>
          </a:prstGeom>
          <a:solidFill>
            <a:srgbClr val="171717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105156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DEDED"/>
                </a:solidFill>
                <a:latin typeface="Inter"/>
              </a:rPr>
              <a:t>⚡ SURPRISING SIGNAL  
The key insight goes here with supporting context.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1512" y="6473952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Inter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2D3EE"/>
                </a:solidFill>
                <a:latin typeface="Inter"/>
              </a:rPr>
              <a:t>Closing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1722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