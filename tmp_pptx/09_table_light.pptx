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A0A"/>
                </a:solidFill>
                <a:latin typeface="Inter"/>
              </a:rPr>
              <a:t>Top Posts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4A7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9319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Inter"/>
                        </a:rPr>
                        <a:t>Platform</a:t>
                      </a:r>
                    </a:p>
                  </a:txBody>
                  <a:tcPr>
                    <a:solidFill>
                      <a:srgbClr val="4A7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Inter"/>
                        </a:rPr>
                        <a:t>Views</a:t>
                      </a:r>
                    </a:p>
                  </a:txBody>
                  <a:tcPr>
                    <a:solidFill>
                      <a:srgbClr val="4A7C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Inter"/>
                        </a:rPr>
                        <a:t>Sentiment</a:t>
                      </a:r>
                    </a:p>
                  </a:txBody>
                  <a:tcPr>
                    <a:solidFill>
                      <a:srgbClr val="4A7C8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1.2M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YouTube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800K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Neutral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Reddit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A0A0A"/>
                          </a:solidFill>
                          <a:latin typeface="Inter"/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557581"/>
          </a:solidFill>
          <a:ln>
            <a:solidFill>
              <a:srgbClr val="5575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618D9E"/>
          </a:solidFill>
          <a:ln>
            <a:solidFill>
              <a:srgbClr val="61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8DA6AF"/>
          </a:solidFill>
          <a:ln>
            <a:solidFill>
              <a:srgbClr val="8DA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4A7C8F"/>
          </a:solidFill>
          <a:ln>
            <a:solidFill>
              <a:srgbClr val="4A7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25252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