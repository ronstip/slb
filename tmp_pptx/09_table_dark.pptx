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Top Posts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9319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Platform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Views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Sentiment</a:t>
                      </a:r>
                    </a:p>
                  </a:txBody>
                  <a:tcPr>
                    <a:solidFill>
                      <a:srgbClr val="22D3E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TikTok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1.2M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Positive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YouTube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800K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Neutral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Reddit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50K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EDEDED"/>
                          </a:solidFill>
                          <a:latin typeface="Inter"/>
                        </a:rPr>
                        <a:t>Negative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