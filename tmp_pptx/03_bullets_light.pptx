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4A7C8F"/>
                </a:solidFill>
                <a:latin typeface="Inter"/>
              </a:rPr>
              <a:t>▸  </a:t>
            </a:r>
            <a:r>
              <a:rPr sz="1400" b="0" i="0">
                <a:solidFill>
                  <a:srgbClr val="0A0A0A"/>
                </a:solidFill>
                <a:latin typeface="Inter"/>
              </a:rPr>
              <a:t>*Bold item**: regular text here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4A7C8F"/>
                </a:solidFill>
                <a:latin typeface="Inter"/>
              </a:rPr>
              <a:t>▸  </a:t>
            </a:r>
            <a:r>
              <a:rPr sz="1400" b="0" i="0">
                <a:solidFill>
                  <a:srgbClr val="0A0A0A"/>
                </a:solidFill>
                <a:latin typeface="Inter"/>
              </a:rPr>
              <a:t>Second bullet point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4A7C8F"/>
                </a:solidFill>
                <a:latin typeface="Inter"/>
              </a:rPr>
              <a:t>▸  </a:t>
            </a:r>
            <a:r>
              <a:rPr sz="1400" b="0" i="0">
                <a:solidFill>
                  <a:srgbClr val="0A0A0A"/>
                </a:solidFill>
                <a:latin typeface="Inter"/>
              </a:rPr>
              <a:t>Third point</a:t>
            </a:r>
          </a:p>
        </p:txBody>
      </p:sp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