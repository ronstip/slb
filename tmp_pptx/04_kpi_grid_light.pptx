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Inter"/>
              </a:rPr>
              <a:t>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417320"/>
            <a:ext cx="2377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417320"/>
            <a:ext cx="2377440" cy="3657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60020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7C8F"/>
                </a:solidFill>
                <a:latin typeface="Inter"/>
              </a:rPr>
              <a:t>1,234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91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5252"/>
                </a:solidFill>
                <a:latin typeface="Inter"/>
              </a:rPr>
              <a:t>Posts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2377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2377440" cy="3657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60020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7C8F"/>
                </a:solidFill>
                <a:latin typeface="Inter"/>
              </a:rPr>
              <a:t>5.6M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791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5252"/>
                </a:solidFill>
                <a:latin typeface="Inter"/>
              </a:rPr>
              <a:t>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417320"/>
            <a:ext cx="2377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1417320"/>
            <a:ext cx="2377440" cy="3657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6168" y="160020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7C8F"/>
                </a:solidFill>
                <a:latin typeface="Inter"/>
              </a:rPr>
              <a:t>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6791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5252"/>
                </a:solidFill>
                <a:latin typeface="Inter"/>
              </a:rPr>
              <a:t>Positive Sentiment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417320"/>
            <a:ext cx="2377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417320"/>
            <a:ext cx="2377440" cy="3657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60020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7C8F"/>
                </a:solidFill>
                <a:latin typeface="Inter"/>
              </a:rPr>
              <a:t>1,240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791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5252"/>
                </a:solidFill>
                <a:latin typeface="Inter"/>
              </a:rPr>
              <a:t>Avg Engagement</a:t>
            </a:r>
          </a:p>
        </p:txBody>
      </p:sp>
      <p:sp>
        <p:nvSpPr>
          <p:cNvPr id="21" name="Oval 20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25252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