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D4EE"/>
              </a:solidFill>
            </c:spPr>
          </c:dPt>
          <c:dPt>
            <c:idx val="1"/>
            <c:spPr>
              <a:solidFill>
                <a:srgbClr val="81D7E4"/>
              </a:solidFill>
            </c:spPr>
          </c:dPt>
          <c:dPt>
            <c:idx val="2"/>
            <c:spPr>
              <a:solidFill>
                <a:srgbClr val="0FA6BD"/>
              </a:solidFill>
            </c:spPr>
          </c:dPt>
          <c:cat>
            <c:strRef>
              <c:f>Sheet1!$A$2:$A$4</c:f>
              <c:strCache>
                <c:ptCount val="3"/>
                <c:pt idx="0">
                  <c:v>Pos</c:v>
                </c:pt>
                <c:pt idx="1">
                  <c:v>Neg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30.0</c:v>
                </c:pt>
                <c:pt idx="2">
                  <c:v>25.0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FA6BD"/>
              </a:solidFill>
            </c:spPr>
          </c:dPt>
          <c:dPt>
            <c:idx val="1"/>
            <c:spPr>
              <a:solidFill>
                <a:srgbClr val="6CC3D0"/>
              </a:solidFill>
            </c:spPr>
          </c:dPt>
          <c:dPt>
            <c:idx val="2"/>
            <c:spPr>
              <a:solidFill>
                <a:srgbClr val="21BCD4"/>
              </a:solidFill>
            </c:spPr>
          </c:dPt>
          <c:cat>
            <c:strRef>
              <c:f>Sheet1!$A$2:$A$4</c:f>
              <c:strCache>
                <c:ptCount val="3"/>
                <c:pt idx="0">
                  <c:v>TikTok</c:v>
                </c:pt>
                <c:pt idx="1">
                  <c:v>YouTube</c:v>
                </c:pt>
                <c:pt idx="2">
                  <c:v>Reddit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5000000.0</c:v>
                </c:pt>
                <c:pt idx="1">
                  <c:v>3000000.0</c:v>
                </c:pt>
                <c:pt idx="2">
                  <c:v>1200000.0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2E2E2E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Platform &amp; Sentiment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1"/>
                </a:solidFill>
                <a:latin typeface="Inter"/>
              </a:rPr>
              <a:t>Sentiment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097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1A1A1"/>
                </a:solidFill>
                <a:latin typeface="Inter"/>
              </a:rPr>
              <a:t>Platform Reach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1371600"/>
          <a:ext cx="5212080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Oval 8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