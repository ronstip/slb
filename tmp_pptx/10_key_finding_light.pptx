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The Polarization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0515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15600" cy="41148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4A7C8F"/>
                </a:solidFill>
                <a:latin typeface="Inter"/>
              </a:rPr>
              <a:t>⚡ SURPRISING SIGNAL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0A0A0A"/>
                </a:solidFill>
                <a:latin typeface="Inter"/>
              </a:rPr>
              <a:t>Political monologues generate </a:t>
            </a:r>
            <a:r>
              <a:rPr sz="1700" b="1" i="0">
                <a:solidFill>
                  <a:srgbClr val="335A69"/>
                </a:solidFill>
                <a:latin typeface="Inter"/>
              </a:rPr>
              <a:t>over 99% of total reach</a:t>
            </a:r>
            <a:r>
              <a:rPr sz="1700" b="0" i="0">
                <a:solidFill>
                  <a:srgbClr val="0A0A0A"/>
                </a:solidFill>
                <a:latin typeface="Inter"/>
              </a:rPr>
              <a:t> but also account for nearly all of the </a:t>
            </a:r>
            <a:r>
              <a:rPr sz="1700" b="1" i="0">
                <a:solidFill>
                  <a:srgbClr val="335A69"/>
                </a:solidFill>
                <a:latin typeface="Inter"/>
              </a:rPr>
              <a:t>41.5% negative sentiment</a:t>
            </a:r>
            <a:r>
              <a:rPr sz="1700" b="0" i="0">
                <a:solidFill>
                  <a:srgbClr val="0A0A0A"/>
                </a:solidFill>
                <a:latin typeface="Inter"/>
              </a:rPr>
              <a:t>, illustrating a high-risk, high-reward content strategy.</a:t>
            </a:r>
          </a:p>
        </p:txBody>
      </p:sp>
      <p:sp>
        <p:nvSpPr>
          <p:cNvPr id="8" name="Oval 7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