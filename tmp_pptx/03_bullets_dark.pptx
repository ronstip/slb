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DEDED"/>
                </a:solidFill>
                <a:latin typeface="Inter"/>
              </a:rPr>
              <a:t>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161288"/>
            <a:ext cx="10515600" cy="1371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5156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22D3EE"/>
                </a:solidFill>
                <a:latin typeface="Inter"/>
              </a:rPr>
              <a:t>▸  </a:t>
            </a:r>
            <a:r>
              <a:rPr sz="1400" b="0" i="0">
                <a:solidFill>
                  <a:srgbClr val="EDEDED"/>
                </a:solidFill>
                <a:latin typeface="Inter"/>
              </a:rPr>
              <a:t>*Bold item**: regular text here</a:t>
            </a:r>
          </a:p>
          <a:p>
            <a:pPr algn="l">
              <a:spcBef>
                <a:spcPts val="1000"/>
              </a:spcBef>
            </a:pPr>
            <a:r>
              <a:rPr sz="1300" b="1" i="0">
                <a:solidFill>
                  <a:srgbClr val="22D3EE"/>
                </a:solidFill>
                <a:latin typeface="Inter"/>
              </a:rPr>
              <a:t>▸  </a:t>
            </a:r>
            <a:r>
              <a:rPr sz="1400" b="0" i="0">
                <a:solidFill>
                  <a:srgbClr val="EDEDED"/>
                </a:solidFill>
                <a:latin typeface="Inter"/>
              </a:rPr>
              <a:t>Second bullet point</a:t>
            </a:r>
          </a:p>
          <a:p>
            <a:pPr algn="l">
              <a:spcBef>
                <a:spcPts val="1000"/>
              </a:spcBef>
            </a:pPr>
            <a:r>
              <a:rPr sz="1300" b="1" i="0">
                <a:solidFill>
                  <a:srgbClr val="22D3EE"/>
                </a:solidFill>
                <a:latin typeface="Inter"/>
              </a:rPr>
              <a:t>▸  </a:t>
            </a:r>
            <a:r>
              <a:rPr sz="1400" b="0" i="0">
                <a:solidFill>
                  <a:srgbClr val="EDEDED"/>
                </a:solidFill>
                <a:latin typeface="Inter"/>
              </a:rPr>
              <a:t>Third point</a:t>
            </a:r>
          </a:p>
        </p:txBody>
      </p:sp>
      <p:sp>
        <p:nvSpPr>
          <p:cNvPr id="6" name="Oval 5"/>
          <p:cNvSpPr/>
          <p:nvPr/>
        </p:nvSpPr>
        <p:spPr>
          <a:xfrm>
            <a:off x="11814048" y="6551676"/>
            <a:ext cx="210312" cy="210312"/>
          </a:xfrm>
          <a:prstGeom prst="ellipse">
            <a:avLst/>
          </a:prstGeom>
          <a:noFill/>
          <a:ln w="7620">
            <a:solidFill>
              <a:srgbClr val="A1A1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37183" y="6574811"/>
            <a:ext cx="164042" cy="164042"/>
          </a:xfrm>
          <a:prstGeom prst="ellipse">
            <a:avLst/>
          </a:prstGeom>
          <a:noFill/>
          <a:ln w="7620">
            <a:solidFill>
              <a:srgbClr val="A1A1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860317" y="6597945"/>
            <a:ext cx="117774" cy="117774"/>
          </a:xfrm>
          <a:prstGeom prst="ellipse">
            <a:avLst/>
          </a:prstGeom>
          <a:noFill/>
          <a:ln w="7620">
            <a:solidFill>
              <a:srgbClr val="A1A1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18900000">
            <a:off x="11919204" y="6652260"/>
            <a:ext cx="59484" cy="9144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1106097">
            <a:off x="11919204" y="6652260"/>
            <a:ext cx="66505" cy="9144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8100000">
            <a:off x="11919204" y="6652260"/>
            <a:ext cx="59484" cy="9144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931266" y="6584770"/>
            <a:ext cx="60000" cy="60000"/>
          </a:xfrm>
          <a:prstGeom prst="ellipse">
            <a:avLst/>
          </a:prstGeom>
          <a:solidFill>
            <a:srgbClr val="21BCD4"/>
          </a:solidFill>
          <a:ln>
            <a:solidFill>
              <a:srgbClr val="21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952297" y="6647863"/>
            <a:ext cx="60000" cy="60000"/>
          </a:xfrm>
          <a:prstGeom prst="ellipse">
            <a:avLst/>
          </a:prstGeom>
          <a:solidFill>
            <a:srgbClr val="81D7E4"/>
          </a:solidFill>
          <a:ln>
            <a:solidFill>
              <a:srgbClr val="81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847142" y="6668894"/>
            <a:ext cx="60000" cy="60000"/>
          </a:xfrm>
          <a:prstGeom prst="ellipse">
            <a:avLst/>
          </a:prstGeom>
          <a:solidFill>
            <a:srgbClr val="6CC3D0"/>
          </a:solidFill>
          <a:ln>
            <a:solidFill>
              <a:srgbClr val="6CC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859204" y="6596832"/>
            <a:ext cx="120000" cy="120000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85832" y="653796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A1A1A1"/>
                </a:solidFill>
                <a:latin typeface="Inter"/>
              </a:rPr>
              <a:t>Powered by Veille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