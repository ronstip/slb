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2BD4EE"/>
              </a:solidFill>
            </c:spPr>
          </c:dPt>
          <c:dPt>
            <c:idx val="1"/>
            <c:spPr>
              <a:solidFill>
                <a:srgbClr val="81D7E4"/>
              </a:solidFill>
            </c:spPr>
          </c:dPt>
          <c:dPt>
            <c:idx val="2"/>
            <c:spPr>
              <a:solidFill>
                <a:srgbClr val="0FA6BD"/>
              </a:solidFill>
            </c:spPr>
          </c:dPt>
          <c:cat>
            <c:strRef>
              <c:f>Sheet1!$A$2:$A$4</c:f>
              <c:strCache>
                <c:ptCount val="3"/>
                <c:pt idx="0">
                  <c:v>Positive</c:v>
                </c:pt>
                <c:pt idx="1">
                  <c:v>Neutral</c:v>
                </c:pt>
                <c:pt idx="2">
                  <c:v>Negative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45.0</c:v>
                </c:pt>
                <c:pt idx="1">
                  <c:v>30.0</c:v>
                </c:pt>
                <c:pt idx="2">
                  <c:v>25.0</c:v>
                </c:pt>
              </c:numCache>
            </c:numRef>
          </c:val>
        </c:ser>
      </c:pieChart>
      <c:spPr>
        <a:noFill/>
      </c:spPr>
    </c:plotArea>
    <c:legend>
      <c:legendPos val="tr"/>
      <c:overlay val="0"/>
      <c:txPr>
        <a:bodyPr/>
        <a:lstStyle/>
        <a:p>
          <a:r>
            <a:rPr sz="900">
              <a:solidFill>
                <a:srgbClr val="A1A1A1"/>
              </a:solidFill>
            </a:rPr>
          </a: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  <c:spPr>
    <a:noFill/>
  </c:spPr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DEDED"/>
                </a:solidFill>
                <a:latin typeface="Inter"/>
              </a:rPr>
              <a:t>Sentiment Breakdown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161288"/>
            <a:ext cx="10515600" cy="13716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1828800" y="1371600"/>
          <a:ext cx="82296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Oval 5"/>
          <p:cNvSpPr/>
          <p:nvPr/>
        </p:nvSpPr>
        <p:spPr>
          <a:xfrm>
            <a:off x="11814048" y="6551676"/>
            <a:ext cx="210312" cy="210312"/>
          </a:xfrm>
          <a:prstGeom prst="ellipse">
            <a:avLst/>
          </a:prstGeom>
          <a:noFill/>
          <a:ln w="7620">
            <a:solidFill>
              <a:srgbClr val="A1A1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37183" y="6574811"/>
            <a:ext cx="164042" cy="164042"/>
          </a:xfrm>
          <a:prstGeom prst="ellipse">
            <a:avLst/>
          </a:prstGeom>
          <a:noFill/>
          <a:ln w="7620">
            <a:solidFill>
              <a:srgbClr val="A1A1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860317" y="6597945"/>
            <a:ext cx="117774" cy="117774"/>
          </a:xfrm>
          <a:prstGeom prst="ellipse">
            <a:avLst/>
          </a:prstGeom>
          <a:noFill/>
          <a:ln w="7620">
            <a:solidFill>
              <a:srgbClr val="A1A1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18900000">
            <a:off x="11919204" y="6652260"/>
            <a:ext cx="59484" cy="9144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1106097">
            <a:off x="11919204" y="6652260"/>
            <a:ext cx="66505" cy="9144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8100000">
            <a:off x="11919204" y="6652260"/>
            <a:ext cx="59484" cy="9144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931266" y="6584770"/>
            <a:ext cx="60000" cy="60000"/>
          </a:xfrm>
          <a:prstGeom prst="ellipse">
            <a:avLst/>
          </a:prstGeom>
          <a:solidFill>
            <a:srgbClr val="21BCD4"/>
          </a:solidFill>
          <a:ln>
            <a:solidFill>
              <a:srgbClr val="21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952297" y="6647863"/>
            <a:ext cx="60000" cy="60000"/>
          </a:xfrm>
          <a:prstGeom prst="ellipse">
            <a:avLst/>
          </a:prstGeom>
          <a:solidFill>
            <a:srgbClr val="81D7E4"/>
          </a:solidFill>
          <a:ln>
            <a:solidFill>
              <a:srgbClr val="81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847142" y="6668894"/>
            <a:ext cx="60000" cy="60000"/>
          </a:xfrm>
          <a:prstGeom prst="ellipse">
            <a:avLst/>
          </a:prstGeom>
          <a:solidFill>
            <a:srgbClr val="6CC3D0"/>
          </a:solidFill>
          <a:ln>
            <a:solidFill>
              <a:srgbClr val="6CC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859204" y="6596832"/>
            <a:ext cx="120000" cy="120000"/>
          </a:xfrm>
          <a:prstGeom prst="ellipse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85832" y="6537960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A1A1A1"/>
                </a:solidFill>
                <a:latin typeface="Inter"/>
              </a:rPr>
              <a:t>Powered by Veille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