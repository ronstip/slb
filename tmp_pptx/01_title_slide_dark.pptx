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EDEDED"/>
                </a:solidFill>
                <a:latin typeface="Inter"/>
              </a:rPr>
              <a:t>Test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2D3EE"/>
                </a:solidFill>
                <a:latin typeface="Inter"/>
              </a:rPr>
              <a:t>Q1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5486400" cy="1371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