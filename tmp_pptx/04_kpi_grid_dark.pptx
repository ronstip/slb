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1,234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Posts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5.6M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41732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Positive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41732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1,240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Avg 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