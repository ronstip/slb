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marker>
            <c:symbol val="none"/>
          </c:marker>
          <c:dPt>
            <c:idx val="0"/>
            <c:spPr>
              <a:solidFill>
                <a:srgbClr val="2BD4EE"/>
              </a:solidFill>
            </c:spPr>
          </c:dPt>
          <c:dPt>
            <c:idx val="1"/>
            <c:spPr>
              <a:solidFill>
                <a:srgbClr val="81D7E4"/>
              </a:solidFill>
            </c:spPr>
          </c:dPt>
          <c:dPt>
            <c:idx val="2"/>
            <c:spPr>
              <a:solidFill>
                <a:srgbClr val="0FA6BD"/>
              </a:solidFill>
            </c:spPr>
          </c:dPt>
          <c:dPt>
            <c:idx val="3"/>
            <c:spPr>
              <a:solidFill>
                <a:srgbClr val="6CC3D0"/>
              </a:solidFill>
            </c:spPr>
          </c:dPt>
          <c:dPt>
            <c:idx val="4"/>
            <c:spPr>
              <a:solidFill>
                <a:srgbClr val="21BCD4"/>
              </a:solidFill>
            </c:spPr>
          </c:dPt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100.0</c:v>
                </c:pt>
                <c:pt idx="1">
                  <c:v>200.0</c:v>
                </c:pt>
                <c:pt idx="2">
                  <c:v>180.0</c:v>
                </c:pt>
                <c:pt idx="3">
                  <c:v>310.0</c:v>
                </c:pt>
                <c:pt idx="4">
                  <c:v>280.0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  <c:txPr>
          <a:bodyPr/>
          <a:lstStyle/>
          <a:p>
            <a:r>
              <a:rPr sz="800">
                <a:solidFill>
                  <a:srgbClr val="A1A1A1"/>
                </a:solidFill>
              </a:rPr>
            </a:r>
          </a:p>
        </c:txPr>
        <c:spPr>
          <a:ln>
            <a:noFill/>
          </a:ln>
        </c:spPr>
      </c:catAx>
      <c:valAx>
        <c:axId val="2140495176"/>
        <c:scaling/>
        <c:delete val="0"/>
        <c:axPos val="l"/>
        <c:majorGridlines>
          <c:spPr>
            <a:ln>
              <a:solidFill>
                <a:srgbClr val="2E2E2E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  <c:txPr>
          <a:bodyPr/>
          <a:lstStyle/>
          <a:p>
            <a:r>
              <a:rPr sz="800">
                <a:solidFill>
                  <a:srgbClr val="A1A1A1"/>
                </a:solidFill>
              </a:rPr>
            </a:r>
          </a:p>
        </c:txPr>
        <c:spPr>
          <a:ln>
            <a:noFill/>
          </a:ln>
        </c:spPr>
      </c:valAx>
      <c:spPr>
        <a:noFill/>
      </c:spPr>
    </c:plotArea>
    <c:legend>
      <c:legendPos val="tr"/>
      <c:layout/>
      <c:overlay val="0"/>
      <c:txPr>
        <a:bodyPr/>
        <a:lstStyle/>
        <a:p>
          <a:r>
            <a:rPr sz="900">
              <a:solidFill>
                <a:srgbClr val="A1A1A1"/>
              </a:solidFill>
            </a:rPr>
          </a: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EDED"/>
                </a:solidFill>
                <a:latin typeface="Inter"/>
              </a:rPr>
              <a:t>Volume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Oval 5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