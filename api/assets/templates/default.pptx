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</p:sldIdLst>
  <p:sldSz cy="5143500" cx="9144000"/>
  <p:notesSz cx="6858000" cy="9144000"/>
  <p:embeddedFontLst>
    <p:embeddedFont>
      <p:font typeface="Roboto Slab"/>
      <p:regular r:id="rId7"/>
      <p:bold r:id="rId8"/>
    </p:embeddedFont>
    <p:embeddedFont>
      <p:font typeface="Roboto"/>
      <p:regular r:id="rId9"/>
      <p:bold r:id="rId10"/>
      <p:italic r:id="rId11"/>
      <p:boldItalic r:id="rId1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schemas.openxmlformats.org/officeDocument/2006/relationships/font" Target="fonts/Roboto-italic.fntdata"/><Relationship Id="rId10" Type="http://schemas.openxmlformats.org/officeDocument/2006/relationships/font" Target="fonts/Roboto-bold.fntdata"/><Relationship Id="rId12" Type="http://schemas.openxmlformats.org/officeDocument/2006/relationships/font" Target="fonts/Roboto-boldItalic.fntdata"/><Relationship Id="rId9" Type="http://schemas.openxmlformats.org/officeDocument/2006/relationships/font" Target="fonts/Roboto-regular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RobotoSlab-regular.fntdata"/><Relationship Id="rId8" Type="http://schemas.openxmlformats.org/officeDocument/2006/relationships/font" Target="fonts/RobotoSlab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524800" y="672606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1" name="Google Shape;11;p2"/>
          <p:cNvSpPr/>
          <p:nvPr/>
        </p:nvSpPr>
        <p:spPr>
          <a:xfrm rot="10800000">
            <a:off x="6537563" y="33429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sp>
      <p:cxnSp>
        <p:nvCxnSpPr>
          <p:cNvPr id="12" name="Google Shape;12;p2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" name="Google Shape;13;p2"/>
          <p:cNvSpPr txBox="1"/>
          <p:nvPr>
            <p:ph type="ctrTitle"/>
          </p:nvPr>
        </p:nvSpPr>
        <p:spPr>
          <a:xfrm>
            <a:off x="1680302" y="1188925"/>
            <a:ext cx="5783400" cy="1457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4" name="Google Shape;14;p2"/>
          <p:cNvSpPr txBox="1"/>
          <p:nvPr>
            <p:ph idx="1" type="subTitle"/>
          </p:nvPr>
        </p:nvSpPr>
        <p:spPr>
          <a:xfrm>
            <a:off x="1680302" y="3049450"/>
            <a:ext cx="5783400" cy="9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5" name="Google Shape;15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17;p3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" name="Google Shape;18;p3"/>
          <p:cNvSpPr txBox="1"/>
          <p:nvPr>
            <p:ph type="title"/>
          </p:nvPr>
        </p:nvSpPr>
        <p:spPr>
          <a:xfrm>
            <a:off x="480750" y="1764950"/>
            <a:ext cx="8222100" cy="907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oogle Shape;21;p4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" name="Google Shape;22;p4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Google Shape;26;p5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" name="Google Shape;27;p5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1" type="body"/>
          </p:nvPr>
        </p:nvSpPr>
        <p:spPr>
          <a:xfrm>
            <a:off x="387900" y="1489825"/>
            <a:ext cx="39999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5"/>
          <p:cNvSpPr txBox="1"/>
          <p:nvPr>
            <p:ph idx="2" type="body"/>
          </p:nvPr>
        </p:nvSpPr>
        <p:spPr>
          <a:xfrm>
            <a:off x="4756200" y="1489825"/>
            <a:ext cx="39999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0" name="Google Shape;30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3" name="Google Shape;33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" name="Google Shape;35;p7"/>
          <p:cNvCxnSpPr/>
          <p:nvPr/>
        </p:nvCxnSpPr>
        <p:spPr>
          <a:xfrm>
            <a:off x="489218" y="1412277"/>
            <a:ext cx="3315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" name="Google Shape;36;p7"/>
          <p:cNvSpPr txBox="1"/>
          <p:nvPr>
            <p:ph type="title"/>
          </p:nvPr>
        </p:nvSpPr>
        <p:spPr>
          <a:xfrm>
            <a:off x="3879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7" name="Google Shape;37;p7"/>
          <p:cNvSpPr txBox="1"/>
          <p:nvPr>
            <p:ph idx="1" type="body"/>
          </p:nvPr>
        </p:nvSpPr>
        <p:spPr>
          <a:xfrm>
            <a:off x="387900" y="1594025"/>
            <a:ext cx="2808000" cy="268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8" name="Google Shape;3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41" name="Google Shape;41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4572000" y="-7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4" name="Google Shape;44;p9"/>
          <p:cNvCxnSpPr/>
          <p:nvPr/>
        </p:nvCxnSpPr>
        <p:spPr>
          <a:xfrm>
            <a:off x="5029675" y="4495503"/>
            <a:ext cx="540900" cy="0"/>
          </a:xfrm>
          <a:prstGeom prst="straightConnector1">
            <a:avLst/>
          </a:prstGeom>
          <a:noFill/>
          <a:ln cap="flat" cmpd="sng" w="381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" name="Google Shape;45;p9"/>
          <p:cNvSpPr txBox="1"/>
          <p:nvPr>
            <p:ph type="title"/>
          </p:nvPr>
        </p:nvSpPr>
        <p:spPr>
          <a:xfrm>
            <a:off x="265500" y="1209075"/>
            <a:ext cx="4045200" cy="1506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/>
        </p:txBody>
      </p:sp>
      <p:sp>
        <p:nvSpPr>
          <p:cNvPr id="46" name="Google Shape;46;p9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9pPr>
          </a:lstStyle>
          <a:p/>
        </p:txBody>
      </p:sp>
      <p:sp>
        <p:nvSpPr>
          <p:cNvPr id="47" name="Google Shape;47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8" name="Google Shape;48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/>
          <p:nvPr>
            <p:ph idx="1" type="body"/>
          </p:nvPr>
        </p:nvSpPr>
        <p:spPr>
          <a:xfrm>
            <a:off x="319500" y="42337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oboto Slab"/>
              <a:buNone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/>
        </p:txBody>
      </p:sp>
      <p:sp>
        <p:nvSpPr>
          <p:cNvPr id="51" name="Google Shape;51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/>
          <p:nvPr/>
        </p:nvSpPr>
        <p:spPr>
          <a:xfrm>
            <a:off x="150" y="5076825"/>
            <a:ext cx="9143700" cy="66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11"/>
          <p:cNvSpPr txBox="1"/>
          <p:nvPr>
            <p:ph hasCustomPrompt="1" type="title"/>
          </p:nvPr>
        </p:nvSpPr>
        <p:spPr>
          <a:xfrm>
            <a:off x="387900" y="1152450"/>
            <a:ext cx="8368200" cy="15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5" name="Google Shape;55;p11"/>
          <p:cNvSpPr txBox="1"/>
          <p:nvPr>
            <p:ph idx="1" type="body"/>
          </p:nvPr>
        </p:nvSpPr>
        <p:spPr>
          <a:xfrm>
            <a:off x="387900" y="2919450"/>
            <a:ext cx="83682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6" name="Google Shape;56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marina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ctrTitle"/>
          </p:nvPr>
        </p:nvSpPr>
        <p:spPr>
          <a:xfrm>
            <a:off x="1680302" y="1188925"/>
            <a:ext cx="5783400" cy="1457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13"/>
          <p:cNvSpPr txBox="1"/>
          <p:nvPr>
            <p:ph idx="1" type="subTitle"/>
          </p:nvPr>
        </p:nvSpPr>
        <p:spPr>
          <a:xfrm>
            <a:off x="1680302" y="3049450"/>
            <a:ext cx="5783400" cy="9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Marina">
  <a:themeElements>
    <a:clrScheme name="Marina">
      <a:dk1>
        <a:srgbClr val="FFFFFF"/>
      </a:dk1>
      <a:lt1>
        <a:srgbClr val="00517C"/>
      </a:lt1>
      <a:dk2>
        <a:srgbClr val="004065"/>
      </a:dk2>
      <a:lt2>
        <a:srgbClr val="CFD8DC"/>
      </a:lt2>
      <a:accent1>
        <a:srgbClr val="0277BD"/>
      </a:accent1>
      <a:accent2>
        <a:srgbClr val="558B2F"/>
      </a:accent2>
      <a:accent3>
        <a:srgbClr val="009688"/>
      </a:accent3>
      <a:accent4>
        <a:srgbClr val="039BE5"/>
      </a:accent4>
      <a:accent5>
        <a:srgbClr val="8BC34A"/>
      </a:accent5>
      <a:accent6>
        <a:srgbClr val="FFEB38"/>
      </a:accent6>
      <a:hlink>
        <a:srgbClr val="8BC34A"/>
      </a:hlink>
      <a:folHlink>
        <a:srgbClr val="8BC34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